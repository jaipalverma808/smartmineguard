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621792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550" b="1">
                <a:solidFill>
                  <a:srgbClr val="000000"/>
                </a:solidFill>
                <a:latin typeface="Arial"/>
              </a:rPr>
              <a:t>Problem Statement ID – </a:t>
            </a:r>
            <a:r>
              <a:rPr sz="1550" b="0">
                <a:solidFill>
                  <a:srgbClr val="1E293B"/>
                </a:solidFill>
                <a:latin typeface="Arial"/>
              </a:rPr>
              <a:t>SIH26024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550" b="1">
                <a:solidFill>
                  <a:srgbClr val="000000"/>
                </a:solidFill>
                <a:latin typeface="Arial"/>
              </a:rPr>
              <a:t>Problem Statement Title – </a:t>
            </a:r>
            <a:r>
              <a:rPr sz="1550" b="0">
                <a:solidFill>
                  <a:srgbClr val="1E293B"/>
                </a:solidFill>
                <a:latin typeface="Arial"/>
              </a:rPr>
              <a:t>AI-Based Smart Governance and Compliance Monitoring System for Coal Mines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550" b="1">
                <a:solidFill>
                  <a:srgbClr val="000000"/>
                </a:solidFill>
                <a:latin typeface="Arial"/>
              </a:rPr>
              <a:t>Theme – </a:t>
            </a:r>
            <a:r>
              <a:rPr sz="1550" b="0">
                <a:solidFill>
                  <a:srgbClr val="1E293B"/>
                </a:solidFill>
                <a:latin typeface="Arial"/>
              </a:rPr>
              <a:t>Mining and Mineral Transport Monitoring System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550" b="1">
                <a:solidFill>
                  <a:srgbClr val="000000"/>
                </a:solidFill>
                <a:latin typeface="Arial"/>
              </a:rPr>
              <a:t>PS Category – </a:t>
            </a:r>
            <a:r>
              <a:rPr sz="1550" b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550" b="1">
                <a:solidFill>
                  <a:srgbClr val="000000"/>
                </a:solidFill>
                <a:latin typeface="Arial"/>
              </a:rPr>
              <a:t>Team ID – </a:t>
            </a:r>
            <a:r>
              <a:rPr sz="1550" b="0">
                <a:solidFill>
                  <a:srgbClr val="1E293B"/>
                </a:solidFill>
                <a:latin typeface="Arial"/>
              </a:rPr>
              <a:t>SIH-S-B3-147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550" b="1">
                <a:solidFill>
                  <a:srgbClr val="000000"/>
                </a:solidFill>
                <a:latin typeface="Arial"/>
              </a:rPr>
              <a:t>Team Name (Registered on portal) – </a:t>
            </a:r>
            <a:r>
              <a:rPr sz="1550" b="0">
                <a:solidFill>
                  <a:srgbClr val="1E293B"/>
                </a:solidFill>
                <a:latin typeface="Arial"/>
              </a:rPr>
              <a:t>Codeavengerz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r>
              <a:rPr sz="2600" b="1">
                <a:solidFill>
                  <a:srgbClr val="0F172A"/>
                </a:solidFill>
                <a:latin typeface="Times New Roman"/>
              </a:rPr>
              <a:t>IDEA TITLE: SMARTMINEGUARD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188720"/>
            <a:ext cx="68580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500" b="1">
                <a:solidFill>
                  <a:srgbClr val="0E7490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Detailed explanation of the proposed solution: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Pure-software statutory intelligence &amp; governance ecosystem for State Mining Depts, DGMS &amp; Coal Controllers.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Unifies e-Rawaana transit passes, AIS-140 GPS telematics, digital weighbridges &amp; mine lease quotas into one digital audit trail.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Working production-grade prototype with role-based portals (Admin, Field Officer, Mine Operator).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How it addresses the problem: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Eliminates Illegal Extraction: Reconciles mine lease extraction quotas against cumulative dispatch tonnage in real-time.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Stops Transit Pass Fraud: Single-use encrypted QR tokens mark passes CONSUMED at checkposts, preventing reuse.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Halts Mineral Theft &amp; Deviation: Live AIS-140 GPS tracking detects corridor departures, unapproved halts &amp; geofence breaches.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Enforces Axle Weight Limits: Automated weighbridge integration flags gross vs. tare weight variances (&gt;5%) before dispatch.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Innovation and uniqueness of the solution: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100% Deterministic &amp; Defensible: Explainable 6-rule scoring (0-100) compliant with MMDR Act; zero AI hallucinations.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Instant Field Enforcement PWA: Mobile QR scanner reconciles permits in &lt;2s with offline validation capability.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Court-Ready Evidence Dossiers: Auto-generates cryptographically verifiable, timestamped PDF dossiers for legal prosecution.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F172A"/>
                </a:solidFill>
                <a:latin typeface="Arial"/>
              </a:rPr>
              <a:t>Codeavengerz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05_live_gis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371600"/>
            <a:ext cx="4206240" cy="232089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498079" y="41605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Live GIS Fleet Surveillance &amp; Corridor Deviation</a:t>
            </a:r>
          </a:p>
          <a:p>
            <a:pPr algn="ctr"/>
            <a:r>
              <a:rPr sz="850">
                <a:solidFill>
                  <a:srgbClr val="0E7490"/>
                </a:solidFill>
                <a:latin typeface="Arial"/>
              </a:rPr>
              <a:t>[Working Prototype: PostGIS Spatial Corridors &amp; Real-Time Tracking]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2600" b="1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88720"/>
            <a:ext cx="68580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0F172A"/>
                </a:solidFill>
                <a:latin typeface="Arial"/>
              </a:rPr>
              <a:t>Technologies to be used (programming languages, frameworks, hardware):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Core Backend: Python 3.13, Flask 3.0, Flask-SocketIO (bi-directional WebSocket real-time fleet telemetry).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Spatial Database: PostgreSQL 16 + PostGIS for spatial vector analytics (ST_Contains, ST_DWithin, corridor buffers) + zero-setup SQLite spatial fallback.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Frontend Architecture: HTML5, Jinja2, Vanilla JavaScript (ES6), Tailwind CSS, Leaflet.js 1.9 (GIS layers), Chart.js 4.4.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Enforcement &amp; Security: ReportLab 5.0 (Court-ready PDF dossiers), HTML5-QRCode, Cryptographic SHA-256 tokens.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Hardware &amp; IoT: AIS-140 GPS telematics protocol, RS-232/IP Digital Weighbridge Scales, ANPR cameras, RFID boom barriers.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Methodology and process for implementation (Flow Charts/working prototype):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End-to-End Operational Pipeline: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  [Lease Quota Check] → [e-Rawaana Pass (QR)] → [IoT Weighbridge &amp; ANPR] → [Live AIS-140 GPS Tracking] → [6-Rule Detection Engine] → [Explainable Risk Score (0-100)] → [Roadside QR Check] → [Court Evidence Dossier PDF].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Deterministic Detection Engine: Evaluates 6 statutory rules (Route Deviation, Speed Anomaly, Lease Geofence Breach, Weighment Variance &gt;5%, GPS Blackout, Expired Permit).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Working Prototype: Fully implemented with 26+ screens, multi-truck GPS simulator, and court-ready PDF dossier engine.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F172A"/>
                </a:solidFill>
                <a:latin typeface="Arial"/>
              </a:rPr>
              <a:t>Codeavengerz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25_gps_tele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371600"/>
            <a:ext cx="4206240" cy="232089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498079" y="41605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AIS-140 GPS Telemetry &amp; Live Telematics Terminal</a:t>
            </a:r>
          </a:p>
          <a:p>
            <a:pPr algn="ctr"/>
            <a:r>
              <a:rPr sz="850">
                <a:solidFill>
                  <a:srgbClr val="0E7490"/>
                </a:solidFill>
                <a:latin typeface="Arial"/>
              </a:rPr>
              <a:t>[Working Prototype: SocketIO Vehicle Movement &amp; Sensor Stream]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2600" b="1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88720"/>
            <a:ext cx="68580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 b="1">
                <a:solidFill>
                  <a:srgbClr val="0F172A"/>
                </a:solidFill>
                <a:latin typeface="Arial"/>
              </a:rPr>
              <a:t>Analysis of the feasibility of the idea: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Technical Feasibility: Proven open-source stack (Python/PostGIS) with minimal compute footprint; runs on standard NIC/cloud servers without GPU costs.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Operational Feasibility: REST APIs integrate seamlessly with Khanij Online, e-Challan, Parivahan Vahan/Sarathi, and existing physical weighbridges.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Financial Viability: Zero proprietary licensing or recurring AI token fees; rapid ROI achieved by plugging royalty revenue leakage.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Potential challenges and risks: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Network Blindspots: Remote mining valleys and forest transit corridors experience cellular signal loss.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Hardware Tampering: Deliberate unplugging of AIS-140 GPS trackers or weighbridge scale manipulation.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Enforcement Resistance: Operator reluctance and attempts to pass forged physical challans.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Strategies for overcoming these challenges: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Store-and-Forward Telemetry: Onboard device buffers pings; offline PWA cryptographic QR verification for field officers without internet.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Multi-Sensor Cross-Validation: Anomaly engine cross-references GPS ping continuity, velocity spikes, and scale weight variance (&gt;5%).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Cryptographic Lifecycle: Passes auto-expire with strict single-use states (ISSUED → IN_TRANSIT → CONSUMED).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F172A"/>
                </a:solidFill>
                <a:latin typeface="Arial"/>
              </a:rPr>
              <a:t>Codeavengerz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12_alerts_ce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371600"/>
            <a:ext cx="4206240" cy="232089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498079" y="41605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Real-Time Alert Center &amp; Statutory Investigation</a:t>
            </a:r>
          </a:p>
          <a:p>
            <a:pPr algn="ctr"/>
            <a:r>
              <a:rPr sz="850">
                <a:solidFill>
                  <a:srgbClr val="0E7490"/>
                </a:solidFill>
                <a:latin typeface="Arial"/>
              </a:rPr>
              <a:t>[Working Prototype: Automated Risk Categorization &amp; Elevation]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2600" b="1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88720"/>
            <a:ext cx="68580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 b="1">
                <a:solidFill>
                  <a:srgbClr val="0F172A"/>
                </a:solidFill>
                <a:latin typeface="Arial"/>
              </a:rPr>
              <a:t>Potential impact on the target audience: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State Mining Departments &amp; Coal Controller: 100% transparent auditability of extraction vs. dispatches; stops ₹100s of Crores in royalty leakage.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Field Enforcement Officers: Instant roadside verification in &lt;2 seconds; automated evidence dossiers save hours of manual documentation.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Mine Leaseholders &amp; Transporters: Automated weighbridge clearance (&lt;30 seconds) with automated barrier lift, eliminating transit bottlenecks.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Benefits of the solution (social, economic, environmental, etc.):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Economic Impact: 100% royalty recovery, elimination of transit pass recycling, and eradication of unrecorded commercial dispatches.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Environmental Protection: Strict lease boundary geofencing halts illegal excavation in riverbeds, forest reserves &amp; eco-sensitive zones.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Public Safety &amp; Infrastructure: Enforces strict Gross Vehicle Weight limits to prevent road damage and fatal overloading accidents.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– Governance &amp; Accountability: Tamper-evident digital audit trail eliminates bribery and ensures compliance under the MMDR Act.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F172A"/>
                </a:solidFill>
                <a:latin typeface="Arial"/>
              </a:rPr>
              <a:t>Codeavengerz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4_admi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371600"/>
            <a:ext cx="4206240" cy="232089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498079" y="41605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Executive Command &amp; State Governance Dashboard</a:t>
            </a:r>
          </a:p>
          <a:p>
            <a:pPr algn="ctr"/>
            <a:r>
              <a:rPr sz="850">
                <a:solidFill>
                  <a:srgbClr val="0E7490"/>
                </a:solidFill>
                <a:latin typeface="Arial"/>
              </a:rPr>
              <a:t>[Key Metrics: 100% Auditability | &lt;2s Field Check | Zero Pass Reuse]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2600" b="1">
                <a:solidFill>
                  <a:srgbClr val="0F172A"/>
                </a:solidFill>
                <a:latin typeface="Times New Roman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88720"/>
            <a:ext cx="68580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 b="1">
                <a:solidFill>
                  <a:srgbClr val="0F172A"/>
                </a:solidFill>
                <a:latin typeface="Arial"/>
              </a:rPr>
              <a:t>Details / Links of the reference and research work: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Statutory Frameworks &amp; Regulatory Guidelines: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  – Mines and Minerals (Development and Regulation) Act (MMDR Act, 1957 &amp; 2023 Amendment) – Statutory transit rules.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  – Ministry of Coal &amp; Ministry of Mines – Guidelines for Sustainable Mining &amp; Dispatch Surveillance.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  – Central Motor Vehicles Rules (CMVR) Rule 125H – Mandating AIS-140 Vehicle Location Tracking (VLTD).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Technical Standards &amp; Specifications: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  – AIS-140 Standard for Intelligent Transportation Systems &amp; Telematics Protocols (ARAI / ICAT).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  – Open Geospatial Consortium (OGC) Simple Features for SQL – PostGIS spatial indexing (ST_Contains, ST_DWithin).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  – Legal Metrology (Enforcement) Rules – Electronic weighbridge integration &amp; tare accuracy standards.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Working Prototype Repository &amp; Verification: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  – Complete Functional Prototype: Python/Flask, PostGIS, Leaflet GIS, SocketIO, ReportLab Dossier Engine.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80">
                <a:solidFill>
                  <a:srgbClr val="334155"/>
                </a:solidFill>
                <a:latin typeface="Arial"/>
              </a:rPr>
              <a:t>    – Tested on Real Mining Corridors: 26+ screens, 6 compliance algorithms, real-time telemetry &amp; court-ready dossiers.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F172A"/>
                </a:solidFill>
                <a:latin typeface="Arial"/>
              </a:rPr>
              <a:t>Codeavengerz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26_erawana_official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371600"/>
            <a:ext cx="4206240" cy="232089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498079" y="41605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Official e-Rawaana Pass &amp; Legal Dossier Reconciliation</a:t>
            </a:r>
          </a:p>
          <a:p>
            <a:pPr algn="ctr"/>
            <a:r>
              <a:rPr sz="850">
                <a:solidFill>
                  <a:srgbClr val="0E7490"/>
                </a:solidFill>
                <a:latin typeface="Arial"/>
              </a:rPr>
              <a:t>[Statutory Audit Trail: SHA-256 Token &amp; Legal Metrology Verification]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